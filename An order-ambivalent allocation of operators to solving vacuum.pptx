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comment1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icrosoft account" initials="Ma" lastIdx="2" clrIdx="0">
    <p:extLst>
      <p:ext uri="{19B8F6BF-5375-455C-9EA6-DF929625EA0E}">
        <p15:presenceInfo xmlns:p15="http://schemas.microsoft.com/office/powerpoint/2012/main" userId="f8b1fd185017ecf2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82" y="2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5-07T14:59:46.948" idx="1">
    <p:pos x="10" y="10"/>
    <p:text/>
    <p:extLst>
      <p:ext uri="{C676402C-5697-4E1C-873F-D02D1690AC5C}">
        <p15:threadingInfo xmlns:p15="http://schemas.microsoft.com/office/powerpoint/2012/main" timeZoneBias="360"/>
      </p:ext>
    </p:extLst>
  </p:cm>
  <p:cm authorId="1" dt="2026-05-07T15:00:42.772" idx="2">
    <p:pos x="10" y="106"/>
    <p:text>A compatibility check call-to preconfigure, a before check overlook to catch a fault, a noticed redundancy or CPU load.</p:text>
    <p:extLst>
      <p:ext uri="{C676402C-5697-4E1C-873F-D02D1690AC5C}">
        <p15:threadingInfo xmlns:p15="http://schemas.microsoft.com/office/powerpoint/2012/main" timeZoneBias="360">
          <p15:parentCm authorId="1" idx="1"/>
        </p15:threadingInfo>
      </p:ext>
    </p:extLst>
  </p:cm>
</p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6AD6EE87-EBD5-4F12-A48A-63ACA297AC8F}" type="datetimeFigureOut">
              <a:rPr lang="en-US" dirty="0"/>
              <a:t>5/7/2026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3794B-289A-4A80-97D7-111025398D45}" type="datetimeFigureOut">
              <a:rPr lang="en-US" dirty="0"/>
              <a:t>5/7/2026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1015F-7CC6-4D0A-9D87-873EA4C304CC}" type="datetimeFigureOut">
              <a:rPr lang="en-US" dirty="0"/>
              <a:t>5/7/2026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6A301-0538-44EC-B09D-202E1042A48B}" type="datetimeFigureOut">
              <a:rPr lang="en-US" dirty="0"/>
              <a:t>5/7/2026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9574A-8875-45EF-8EA2-3CAA0F7ABC4C}" type="datetimeFigureOut">
              <a:rPr lang="en-US" dirty="0"/>
              <a:t>5/7/2026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F4D4C-5367-4C26-9E2B-D8088D7FCA81}" type="datetimeFigureOut">
              <a:rPr lang="en-US" dirty="0"/>
              <a:t>5/7/2026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91E96-98B0-4413-9547-46F3504108EF}" type="datetimeFigureOut">
              <a:rPr lang="en-US" dirty="0"/>
              <a:t>5/7/2026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68B11-C5A8-448C-8CE9-B1A273C79CFC}" type="datetimeFigureOut">
              <a:rPr lang="en-US" dirty="0"/>
              <a:t>5/7/2026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16CA0-919D-4A49-9C8A-62FDFB3A5183}" type="datetimeFigureOut">
              <a:rPr lang="en-US" dirty="0"/>
              <a:t>5/7/2026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E5644-1E61-4311-A31E-84CB9C7AA8A9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73815-2707-4475-8F1A-B873CB631BB4}" type="datetimeFigureOut">
              <a:rPr lang="en-US" dirty="0"/>
              <a:t>5/7/2026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AFB99-0EAB-4182-AFF8-E214C82A68F6}" type="datetimeFigureOut">
              <a:rPr lang="en-US" dirty="0"/>
              <a:t>5/7/2026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90298CD5-6C1E-4009-B41F-6DF62E31D3BE}" type="datetimeFigureOut">
              <a:rPr lang="en-US" dirty="0"/>
              <a:pPr/>
              <a:t>5/7/2026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An order-ambivalent </a:t>
            </a:r>
            <a:r>
              <a:rPr lang="en-US" dirty="0" smtClean="0"/>
              <a:t>presentation-dependent allocation </a:t>
            </a:r>
            <a:r>
              <a:rPr lang="en-US" dirty="0" smtClean="0"/>
              <a:t>of operators to solving vacuum and gravity problems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Maximilian Weinhold</a:t>
            </a:r>
          </a:p>
        </p:txBody>
      </p:sp>
    </p:spTree>
    <p:extLst>
      <p:ext uri="{BB962C8B-B14F-4D97-AF65-F5344CB8AC3E}">
        <p14:creationId xmlns:p14="http://schemas.microsoft.com/office/powerpoint/2010/main" val="13395414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* ; 0 ; 1*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An interaction defined through its definition. </a:t>
            </a:r>
          </a:p>
          <a:p>
            <a:r>
              <a:rPr lang="en-US" dirty="0" smtClean="0"/>
              <a:t>A limiting reference</a:t>
            </a:r>
          </a:p>
          <a:p>
            <a:r>
              <a:rPr lang="en-US" dirty="0" smtClean="0"/>
              <a:t>An amplifying reference</a:t>
            </a:r>
          </a:p>
          <a:p>
            <a:r>
              <a:rPr lang="en-US" dirty="0" smtClean="0"/>
              <a:t>; * is amplifying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9929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* ; a, b ; A / B ;AB/=0 ; A*B / A / B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; * is multiplying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91414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* ; A/b ; A*B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If A or B = 0 </a:t>
            </a:r>
          </a:p>
          <a:p>
            <a:r>
              <a:rPr lang="en-US" dirty="0" smtClean="0"/>
              <a:t>A*B determinately 0 .</a:t>
            </a:r>
          </a:p>
          <a:p>
            <a:r>
              <a:rPr lang="en-US" dirty="0" smtClean="0"/>
              <a:t>If A or B = 1</a:t>
            </a:r>
          </a:p>
          <a:p>
            <a:r>
              <a:rPr lang="en-US" dirty="0" smtClean="0"/>
              <a:t>A*B = 1 </a:t>
            </a:r>
            <a:r>
              <a:rPr lang="en-US" dirty="0" err="1" smtClean="0"/>
              <a:t>xor</a:t>
            </a:r>
            <a:r>
              <a:rPr lang="en-US" dirty="0" smtClean="0"/>
              <a:t> (A </a:t>
            </a:r>
            <a:r>
              <a:rPr lang="en-US" dirty="0" err="1" smtClean="0"/>
              <a:t>xor</a:t>
            </a:r>
            <a:r>
              <a:rPr lang="en-US" dirty="0" smtClean="0"/>
              <a:t> B)  </a:t>
            </a:r>
          </a:p>
          <a:p>
            <a:r>
              <a:rPr lang="en-US" dirty="0" smtClean="0"/>
              <a:t>; * is multiplying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08239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* ; cost(0*A*) &gt; 0 </a:t>
            </a:r>
            <a:r>
              <a:rPr lang="en-US" dirty="0" err="1" smtClean="0"/>
              <a:t>xor</a:t>
            </a:r>
            <a:r>
              <a:rPr lang="en-US" dirty="0" smtClean="0"/>
              <a:t> Nat*(A*) == TRUE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 smtClean="0"/>
                  <a:t>Computing an amplifying process has a nonzero positive cost even when multiplied with zero, unless and excepting for the condition of a minimally defined natural path length. </a:t>
                </a:r>
              </a:p>
              <a:p>
                <a:r>
                  <a:rPr lang="en-US" dirty="0" smtClean="0"/>
                  <a:t>As a extension-able corollary in a second </a:t>
                </a:r>
                <a:r>
                  <a:rPr lang="en-US" dirty="0" err="1" smtClean="0"/>
                  <a:t>thermolaw</a:t>
                </a:r>
                <a:r>
                  <a:rPr lang="en-US" dirty="0" smtClean="0"/>
                  <a:t> reading of the positive mass theorem,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𝐶𝑜𝑠𝑡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0∗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𝑁𝐴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)=0</m:t>
                    </m:r>
                  </m:oMath>
                </a14:m>
                <a:r>
                  <a:rPr lang="en-US" dirty="0" smtClean="0"/>
                  <a:t> </a:t>
                </a:r>
              </a:p>
              <a:p>
                <a:r>
                  <a:rPr lang="en-US" dirty="0" smtClean="0"/>
                  <a:t>If such a structure exists it enables the ‘poorly’ typeset title to run true through a solely multiplicative effect for anything </a:t>
                </a:r>
                <a:r>
                  <a:rPr lang="en-US" dirty="0" err="1" smtClean="0"/>
                  <a:t>composable</a:t>
                </a:r>
                <a:r>
                  <a:rPr lang="en-US" dirty="0" smtClean="0"/>
                  <a:t> as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𝑁𝐴𝑇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∗(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∗)</m:t>
                    </m:r>
                  </m:oMath>
                </a14:m>
                <a:endParaRPr lang="en-US" dirty="0" smtClean="0"/>
              </a:p>
              <a:p>
                <a:r>
                  <a:rPr lang="en-US" dirty="0" smtClean="0"/>
                  <a:t>; * is multiplying, amplifying, orienting/indexing </a:t>
                </a:r>
                <a:r>
                  <a:rPr lang="en-US" dirty="0" err="1" smtClean="0"/>
                  <a:t>xor</a:t>
                </a:r>
                <a:r>
                  <a:rPr lang="en-US" dirty="0" smtClean="0"/>
                  <a:t> * is multiplying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313" t="-1818" r="-3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144855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B* could be B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To allow some transience of molecular open-form multiplication, when appearing as a multiplicative element missing a partner we create the expectation (average) of the whole(base). The variance around the base, or even it’s distribution, is left to the particulars of *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 smtClean="0"/>
              <a:t>; * is treated as a probabilistic element.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18035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patchy case for Black Holes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 smtClean="0"/>
                  <a:t>Let us say that a black hole counter appears as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𝐶𝑜𝑠𝑡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0∗ …</m:t>
                        </m:r>
                      </m:e>
                    </m:d>
                  </m:oMath>
                </a14:m>
                <a:r>
                  <a:rPr lang="en-US" dirty="0" smtClean="0"/>
                  <a:t> for a particular formation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endParaRPr lang="en-US" dirty="0" smtClean="0"/>
              </a:p>
              <a:p>
                <a:r>
                  <a:rPr lang="en-US" dirty="0" smtClean="0"/>
                  <a:t>If we create a reducing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while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𝐶𝑜𝑠𝑡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0∗…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&gt;0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≔&gt;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𝐶𝑜𝑠𝑡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dirty="0" smtClean="0"/>
                  <a:t> we have an internal, though referenceable object(class) that will decay, at an exact and determined rate,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−=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US" dirty="0" smtClean="0"/>
                  <a:t>, in the case of black holes. </a:t>
                </a:r>
                <a:endParaRPr lang="en-US" dirty="0" smtClean="0"/>
              </a:p>
              <a:p>
                <a:r>
                  <a:rPr lang="en-US" dirty="0" smtClean="0"/>
                  <a:t>, Then </a:t>
                </a:r>
                <a:r>
                  <a:rPr lang="en-US" dirty="0" smtClean="0"/>
                  <a:t>as soon as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𝐶𝑜𝑠𝑡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 smtClean="0"/>
                  <a:t> we break our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while</m:t>
                    </m:r>
                  </m:oMath>
                </a14:m>
                <a:r>
                  <a:rPr lang="en-US" dirty="0" smtClean="0"/>
                  <a:t> condition, which we create as redundant with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𝑐h𝑒𝑐𝑘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𝑡𝑦𝑝𝑒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e>
                        </m:d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𝑚𝑒𝑚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𝑡𝑦𝑝𝑒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 smtClean="0"/>
              </a:p>
              <a:p>
                <a:r>
                  <a:rPr lang="en-US" dirty="0" smtClean="0"/>
                  <a:t>, For </a:t>
                </a:r>
                <a:r>
                  <a:rPr lang="en-US" dirty="0" smtClean="0"/>
                  <a:t>a zero-negative internal representation process and the title of slide 5 to be true, the process must be a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𝑁𝐴𝑇</m:t>
                    </m:r>
                  </m:oMath>
                </a14:m>
                <a:r>
                  <a:rPr lang="en-US" dirty="0" smtClean="0"/>
                  <a:t> process.  </a:t>
                </a:r>
              </a:p>
              <a:p>
                <a:r>
                  <a:rPr lang="en-US" dirty="0" smtClean="0"/>
                  <a:t> </a:t>
                </a:r>
                <a:endParaRPr lang="en-US" dirty="0"/>
              </a:p>
              <a:p>
                <a:endParaRPr lang="en-US" dirty="0" smtClean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313" t="-18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237476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&amp; gravity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 smtClean="0"/>
                  <a:t>We place alongside the process a scalar multiplier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|=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dirty="0" smtClean="0"/>
                  <a:t> that we place </a:t>
                </a:r>
                <a:r>
                  <a:rPr lang="en-US" dirty="0" err="1" smtClean="0"/>
                  <a:t>as|g</a:t>
                </a:r>
                <a:r>
                  <a:rPr lang="en-US" dirty="0" smtClean="0"/>
                  <a:t>| outside of the cost parameter. Expecting that the function space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𝐶𝑜𝑠𝑡</m:t>
                    </m:r>
                  </m:oMath>
                </a14:m>
                <a:r>
                  <a:rPr lang="en-US" dirty="0" smtClean="0"/>
                  <a:t> does not ‘couple’ readily with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en-US" dirty="0" smtClean="0"/>
                  <a:t>, we place it outside a new function, remembering </a:t>
                </a:r>
                <a:r>
                  <a:rPr lang="en-US" dirty="0" err="1" smtClean="0"/>
                  <a:t>halfcurl</a:t>
                </a:r>
                <a:r>
                  <a:rPr lang="en-US" dirty="0" smtClean="0"/>
                  <a:t>*, inverse g.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𝐶𝑜𝑠𝑡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0+</m:t>
                          </m:r>
                        </m:e>
                      </m:d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</m:oMath>
                  </m:oMathPara>
                </a14:m>
                <a:endParaRPr lang="en-US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𝐺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𝐶𝑜𝑠𝑡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(0∗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 smtClean="0"/>
                  <a:t>This, requiring a generator not under an arbitrage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∗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dirty="0" smtClean="0"/>
                  <a:t> thus will ‘idealize’ a promotable (step-set)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𝐶𝑜𝑠𝑡</m:t>
                    </m:r>
                  </m:oMath>
                </a14:m>
                <a:r>
                  <a:rPr lang="en-US" dirty="0" smtClean="0"/>
                  <a:t> , now I think leveraged with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dirty="0" smtClean="0"/>
                  <a:t> . </a:t>
                </a:r>
              </a:p>
              <a:p>
                <a:endParaRPr lang="en-US" dirty="0"/>
              </a:p>
              <a:p>
                <a:r>
                  <a:rPr lang="en-US" sz="1600" dirty="0" smtClean="0"/>
                  <a:t>*</a:t>
                </a:r>
                <a14:m>
                  <m:oMath xmlns:m="http://schemas.openxmlformats.org/officeDocument/2006/math">
                    <m:r>
                      <a:rPr lang="en-US" sz="1600" b="0" i="0" smtClean="0"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US" sz="160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sz="16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∇</m:t>
                            </m:r>
                            <m:r>
                              <a:rPr lang="en-US" sz="16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𝑜</m:t>
                            </m:r>
                          </m:num>
                          <m:den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rad>
                  </m:oMath>
                </a14:m>
                <a:endParaRPr lang="en-US" sz="1400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313" t="-25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4905236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82</TotalTime>
  <Words>287</Words>
  <Application>Microsoft Office PowerPoint</Application>
  <PresentationFormat>Widescreen</PresentationFormat>
  <Paragraphs>37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Cambria Math</vt:lpstr>
      <vt:lpstr>Tw Cen MT</vt:lpstr>
      <vt:lpstr>Tw Cen MT Condensed</vt:lpstr>
      <vt:lpstr>Wingdings 3</vt:lpstr>
      <vt:lpstr>Integral</vt:lpstr>
      <vt:lpstr>An order-ambivalent presentation-dependent allocation of operators to solving vacuum and gravity problems</vt:lpstr>
      <vt:lpstr>* ; 0 ; 1*</vt:lpstr>
      <vt:lpstr>* ; a, b ; A / B ;AB/=0 ; A*B / A / B </vt:lpstr>
      <vt:lpstr>* ; A/b ; A*B</vt:lpstr>
      <vt:lpstr>* ; cost(0*A*) &gt; 0 xor Nat*(A*) == TRUE</vt:lpstr>
      <vt:lpstr>B* could be B</vt:lpstr>
      <vt:lpstr>The patchy case for Black Holes</vt:lpstr>
      <vt:lpstr>&amp; gravity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 order-ambivalent allocation of operators to solving vacuum and gravity problems</dc:title>
  <dc:creator>Microsoft account</dc:creator>
  <cp:lastModifiedBy>Microsoft account</cp:lastModifiedBy>
  <cp:revision>10</cp:revision>
  <dcterms:created xsi:type="dcterms:W3CDTF">2026-05-07T17:25:25Z</dcterms:created>
  <dcterms:modified xsi:type="dcterms:W3CDTF">2026-05-07T21:30:02Z</dcterms:modified>
</cp:coreProperties>
</file>